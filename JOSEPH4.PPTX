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"/>
  </p:notesMasterIdLst>
  <p:sldIdLst>
    <p:sldId id="256" r:id="rId3"/>
    <p:sldId id="570" r:id="rId4"/>
    <p:sldId id="559" r:id="rId5"/>
    <p:sldId id="556" r:id="rId6"/>
    <p:sldId id="5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yeyele Olaniyan" initials="OO" lastIdx="1" clrIdx="0">
    <p:extLst>
      <p:ext uri="{19B8F6BF-5375-455C-9EA6-DF929625EA0E}">
        <p15:presenceInfo xmlns:p15="http://schemas.microsoft.com/office/powerpoint/2012/main" userId="S::Oyeyele.Olaniyan@fcmb.com::4e316b8f-f58d-432b-9df2-ed7700ce84f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2D640E-05A6-41EA-8F86-B033C24D087A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8986A-3188-48F8-9E7D-FCAECA96B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23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B6C65-072F-4586-A8CE-768E637B4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C49B18-92D0-4398-81E7-55056BD4F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A876F-96FA-4B2F-9B84-AA706102F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BB1F-FB96-4AEF-9E6E-EE01FBD49B69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3124C-6AE1-406B-8C26-23D361FD7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28E18-2AF7-43DB-91BA-BE0E70F2D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B9E2A-5507-4E3A-97B9-D417AB70A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79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D4482-3FF9-4D9F-A794-CCB012DD2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64992-3FBF-4E84-ADB6-63367CE86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02915-4F97-4D4B-9A29-F11A8ACFB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BB1F-FB96-4AEF-9E6E-EE01FBD49B69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B953B-12BD-4A45-8174-24D38B67B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A764B-B458-4985-A997-C765A3064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B9E2A-5507-4E3A-97B9-D417AB70A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360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32CCD-862E-465E-8FAB-DE4085B4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CF150-75D5-478B-95DA-6205EEFE7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F23BD-4451-4592-832F-182CAFA36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BB1F-FB96-4AEF-9E6E-EE01FBD49B69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70D3B-4072-4988-BFA1-7C73B31AF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75DB2-1121-42EE-840C-2E6F9D719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B9E2A-5507-4E3A-97B9-D417AB70A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408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7A789-2326-4CB4-93AE-04B79DB6D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A625D-E0A0-4031-807C-42C3067382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BEAF08-6D85-4226-9C08-CD1B985BD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E9F35-F4CA-4BD5-9A53-3B1BE874A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BB1F-FB96-4AEF-9E6E-EE01FBD49B69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43E7D-CB29-47E0-A483-DF7433D14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0FC40-BD67-4286-8BDF-9C7E5A28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B9E2A-5507-4E3A-97B9-D417AB70A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64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04B1-0AE3-4C11-BCEC-96C0F217E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ACB27-6F32-48FC-A86F-4F100121D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ECD1D6-E9E9-41F6-BE3E-B0B445AC1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7EDD17-88F1-469B-BB72-17FE7E92CD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30DDF-D822-4D22-9108-481B761E13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5E87B9-3B16-48F2-944D-9B549C325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BB1F-FB96-4AEF-9E6E-EE01FBD49B69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3AD160-1263-4139-BEDE-F1A4EDA57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10A8D0-4CB5-4B28-A494-F035014BF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B9E2A-5507-4E3A-97B9-D417AB70A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16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2D59C-63DE-4B25-AE32-2E8A36DC0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D8C27E-F78C-4D55-8C24-C9F739B0B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BB1F-FB96-4AEF-9E6E-EE01FBD49B69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0DDA92-10D5-47EF-8EE2-7B450DF0F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FF9239-9AD7-458D-813A-F3CC243F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B9E2A-5507-4E3A-97B9-D417AB70A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84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B350F-0561-496D-97E1-615ED46E1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BB1F-FB96-4AEF-9E6E-EE01FBD49B69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861956-D2F3-4E27-A2E7-C94DF98AF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239AE-6258-4F2B-A38F-27EEFFC99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B9E2A-5507-4E3A-97B9-D417AB70A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525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C4EC3-153C-46EA-B409-B544B40CA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69D5D-C6EC-42CA-ADDD-4BA2C4782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6FF89-0125-4714-A5AA-14DEA8C1B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6F5CD-130C-438B-AB4E-09DDF1598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BB1F-FB96-4AEF-9E6E-EE01FBD49B69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3ADA1-A5E6-4AC3-AB37-E263A2449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FCB22-AB8B-43BA-BED3-BD5EBD5F9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B9E2A-5507-4E3A-97B9-D417AB70A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41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D2331-32AB-4892-BBC2-162D94891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15A12-7973-4F3A-A116-0980111E07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68A6F-8A38-4861-AF4D-0052ED5DC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33911-9413-4049-BC7A-45B6EBFA5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BB1F-FB96-4AEF-9E6E-EE01FBD49B69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10F71-2A5B-4D07-97C1-CB9342EB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1611A1-2AF3-4B7B-979D-FB6EFD5A0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B9E2A-5507-4E3A-97B9-D417AB70A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46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6480E-6364-478B-B4B7-EF5DCA209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6E84A4-3778-4195-8DA1-F55286343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814E4-E54E-430A-9206-86149C6F1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BB1F-FB96-4AEF-9E6E-EE01FBD49B69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8F711-47FD-4DE5-8B69-F8ECD0BA4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4612E-4884-456A-8714-2E1EC8C8D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B9E2A-5507-4E3A-97B9-D417AB70A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85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0F155A-E919-4215-8147-E4667AD82F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96153-6869-4A56-9982-12E75CE34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FB501-2FD0-4086-92FF-0A3F1F165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BB1F-FB96-4AEF-9E6E-EE01FBD49B69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BA8F3-616C-41F1-A59F-6A8247F6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52C7D-414C-42C9-B715-D1B86759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B9E2A-5507-4E3A-97B9-D417AB70A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52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A74BD-A07A-43F3-9BBE-D55E32100F0D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3548-4751-4EE5-8370-3FE608B155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40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589A6-656B-4E24-A2A1-C38397256B7D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3548-4751-4EE5-8370-3FE608B155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944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06349-7114-4876-B5E5-392998A40F89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3548-4751-4EE5-8370-3FE608B155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845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9945-944D-41FE-8B5B-D3ECCD50C205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3548-4751-4EE5-8370-3FE608B155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597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16ACB-9366-44EB-AF0F-2341F9D7B190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3548-4751-4EE5-8370-3FE608B155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2251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C6DD-3E0F-409C-9EC1-40A9B52E74DE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3548-4751-4EE5-8370-3FE608B155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322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98A87-681D-4EA7-A80E-5282414DA779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3548-4751-4EE5-8370-3FE608B155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570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DB37-32F5-4C63-A4C6-DD36661E5525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3548-4751-4EE5-8370-3FE608B155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650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FF656-674F-4DA6-80E8-2CB403E5E276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3548-4751-4EE5-8370-3FE608B155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540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F16A-3AAC-4970-8600-61241D046A58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3548-4751-4EE5-8370-3FE608B155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6494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52FB7-6933-4776-8513-D22D829215B7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3548-4751-4EE5-8370-3FE608B155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072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Logo paus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15" r="52856" b="23553"/>
          <a:stretch>
            <a:fillRect/>
          </a:stretch>
        </p:blipFill>
        <p:spPr bwMode="auto">
          <a:xfrm>
            <a:off x="1185334" y="1"/>
            <a:ext cx="4561417" cy="524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2" y="5999163"/>
            <a:ext cx="476249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" t="27498" r="39740" b="68230"/>
          <a:stretch>
            <a:fillRect/>
          </a:stretch>
        </p:blipFill>
        <p:spPr bwMode="auto">
          <a:xfrm>
            <a:off x="10742085" y="6286500"/>
            <a:ext cx="1119716" cy="5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Connector 6"/>
          <p:cNvCxnSpPr/>
          <p:nvPr userDrawn="1"/>
        </p:nvCxnSpPr>
        <p:spPr>
          <a:xfrm>
            <a:off x="1485900" y="1898650"/>
            <a:ext cx="4006851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1486262" y="1059360"/>
            <a:ext cx="4098836" cy="769441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5000" b="0" i="0" cap="none" spc="-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1486262" y="2066801"/>
            <a:ext cx="4005943" cy="259228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228600" indent="-228600">
              <a:lnSpc>
                <a:spcPct val="200000"/>
              </a:lnSpc>
              <a:buFont typeface="+mj-lt"/>
              <a:buAutoNum type="arabicPeriod"/>
              <a:defRPr lang="en-US" sz="1000" b="0" i="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301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55D7B9-F77A-4F35-BE8A-47B756103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C725A-8738-4250-A71B-28805F289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6DED-3045-4827-A872-5DDB95BAEA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ABB1F-FB96-4AEF-9E6E-EE01FBD49B69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79073-FB2C-44B8-B4D4-C325526E7C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73103-FE43-44AC-9BBF-3BACD88EF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B9E2A-5507-4E3A-97B9-D417AB70A24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C5FB44-C5AD-2238-068F-C1F14EDD4D9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4778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574382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0BFAE-889B-4170-AE72-E0D5455631DC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C3548-4751-4EE5-8370-3FE608B1554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197E50-C887-D805-1B29-FAEA62D8DA5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4778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358797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004E7C-3CBF-4477-8DA1-EE5DD527C1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D2437E-D9A5-4A65-A7EA-FD0F0BB6EC6D}"/>
              </a:ext>
            </a:extLst>
          </p:cNvPr>
          <p:cNvSpPr txBox="1"/>
          <p:nvPr/>
        </p:nvSpPr>
        <p:spPr>
          <a:xfrm>
            <a:off x="861237" y="2541180"/>
            <a:ext cx="10823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Corbel" panose="020B0503020204020204" pitchFamily="34" charset="0"/>
              </a:rPr>
              <a:t>TEMPORARY STAFF </a:t>
            </a:r>
          </a:p>
          <a:p>
            <a:pPr algn="ctr"/>
            <a:r>
              <a:rPr lang="en-US" sz="3600" b="1" dirty="0">
                <a:latin typeface="Corbel" panose="020B0503020204020204" pitchFamily="34" charset="0"/>
              </a:rPr>
              <a:t>CONFIRMATION PROCESS</a:t>
            </a:r>
          </a:p>
        </p:txBody>
      </p:sp>
    </p:spTree>
    <p:extLst>
      <p:ext uri="{BB962C8B-B14F-4D97-AF65-F5344CB8AC3E}">
        <p14:creationId xmlns:p14="http://schemas.microsoft.com/office/powerpoint/2010/main" val="3506589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48FC3548-4751-4EE5-8370-3FE608B1554D}" type="slidenum">
              <a:rPr lang="en-US">
                <a:solidFill>
                  <a:prstClr val="black">
                    <a:tint val="75000"/>
                  </a:prstClr>
                </a:solidFill>
                <a:latin typeface="Century Gothic"/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  <a:latin typeface="Century Gothic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9" y="561358"/>
            <a:ext cx="11582400" cy="5972175"/>
          </a:xfrm>
          <a:prstGeom prst="rect">
            <a:avLst/>
          </a:prstGeom>
        </p:spPr>
      </p:pic>
      <p:sp>
        <p:nvSpPr>
          <p:cNvPr id="9" name="Speech Bubble: Rectangle 9">
            <a:extLst>
              <a:ext uri="{FF2B5EF4-FFF2-40B4-BE49-F238E27FC236}">
                <a16:creationId xmlns:a16="http://schemas.microsoft.com/office/drawing/2014/main" id="{108C23A1-755E-4B8B-BA1A-A1606EBC4734}"/>
              </a:ext>
            </a:extLst>
          </p:cNvPr>
          <p:cNvSpPr/>
          <p:nvPr/>
        </p:nvSpPr>
        <p:spPr>
          <a:xfrm>
            <a:off x="1184345" y="2031069"/>
            <a:ext cx="1679944" cy="552891"/>
          </a:xfrm>
          <a:prstGeom prst="wedgeRectCallout">
            <a:avLst>
              <a:gd name="adj1" fmla="val 7467"/>
              <a:gd name="adj2" fmla="val -170655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1. Start Request</a:t>
            </a:r>
          </a:p>
        </p:txBody>
      </p:sp>
      <p:sp>
        <p:nvSpPr>
          <p:cNvPr id="10" name="Speech Bubble: Rectangle 8">
            <a:extLst>
              <a:ext uri="{FF2B5EF4-FFF2-40B4-BE49-F238E27FC236}">
                <a16:creationId xmlns:a16="http://schemas.microsoft.com/office/drawing/2014/main" id="{545A2D77-E977-4580-88BF-4C1391C40B95}"/>
              </a:ext>
            </a:extLst>
          </p:cNvPr>
          <p:cNvSpPr/>
          <p:nvPr/>
        </p:nvSpPr>
        <p:spPr>
          <a:xfrm>
            <a:off x="8209876" y="1890312"/>
            <a:ext cx="1679944" cy="693648"/>
          </a:xfrm>
          <a:prstGeom prst="wedgeRectCallout">
            <a:avLst>
              <a:gd name="adj1" fmla="val -119838"/>
              <a:gd name="adj2" fmla="val -4210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2. Select Control and Compliance Category</a:t>
            </a:r>
          </a:p>
        </p:txBody>
      </p:sp>
      <p:sp>
        <p:nvSpPr>
          <p:cNvPr id="11" name="Speech Bubble: Rectangle 7">
            <a:extLst>
              <a:ext uri="{FF2B5EF4-FFF2-40B4-BE49-F238E27FC236}">
                <a16:creationId xmlns:a16="http://schemas.microsoft.com/office/drawing/2014/main" id="{E39D8C7D-5163-4C03-BDF6-D15BAB0095D2}"/>
              </a:ext>
            </a:extLst>
          </p:cNvPr>
          <p:cNvSpPr/>
          <p:nvPr/>
        </p:nvSpPr>
        <p:spPr>
          <a:xfrm>
            <a:off x="2197183" y="5744375"/>
            <a:ext cx="1679944" cy="552891"/>
          </a:xfrm>
          <a:prstGeom prst="wedgeRectCallout">
            <a:avLst>
              <a:gd name="adj1" fmla="val 98758"/>
              <a:gd name="adj2" fmla="val 62991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3. Temporary Staff Confirmation Process</a:t>
            </a:r>
          </a:p>
        </p:txBody>
      </p:sp>
    </p:spTree>
    <p:extLst>
      <p:ext uri="{BB962C8B-B14F-4D97-AF65-F5344CB8AC3E}">
        <p14:creationId xmlns:p14="http://schemas.microsoft.com/office/powerpoint/2010/main" val="3294893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48FC3548-4751-4EE5-8370-3FE608B1554D}" type="slidenum">
              <a:rPr lang="en-US">
                <a:solidFill>
                  <a:prstClr val="black">
                    <a:tint val="75000"/>
                  </a:prstClr>
                </a:solidFill>
                <a:latin typeface="Century Gothic"/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  <a:latin typeface="Century Gothic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9" y="531359"/>
            <a:ext cx="11546541" cy="1252617"/>
          </a:xfrm>
          <a:prstGeom prst="rect">
            <a:avLst/>
          </a:prstGeom>
        </p:spPr>
      </p:pic>
      <p:sp>
        <p:nvSpPr>
          <p:cNvPr id="8" name="Speech Bubble: Rectangle 9">
            <a:extLst>
              <a:ext uri="{FF2B5EF4-FFF2-40B4-BE49-F238E27FC236}">
                <a16:creationId xmlns:a16="http://schemas.microsoft.com/office/drawing/2014/main" id="{108C23A1-755E-4B8B-BA1A-A1606EBC4734}"/>
              </a:ext>
            </a:extLst>
          </p:cNvPr>
          <p:cNvSpPr/>
          <p:nvPr/>
        </p:nvSpPr>
        <p:spPr>
          <a:xfrm>
            <a:off x="9713756" y="657345"/>
            <a:ext cx="1532411" cy="328402"/>
          </a:xfrm>
          <a:prstGeom prst="wedgeRectCallout">
            <a:avLst>
              <a:gd name="adj1" fmla="val -102801"/>
              <a:gd name="adj2" fmla="val 224981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4. Start Request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55" y="1900519"/>
            <a:ext cx="10614212" cy="4114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06" y="1900519"/>
            <a:ext cx="11609294" cy="4894728"/>
          </a:xfrm>
          <a:prstGeom prst="rect">
            <a:avLst/>
          </a:prstGeom>
        </p:spPr>
      </p:pic>
      <p:sp>
        <p:nvSpPr>
          <p:cNvPr id="11" name="Speech Bubble: Rectangle 9">
            <a:extLst>
              <a:ext uri="{FF2B5EF4-FFF2-40B4-BE49-F238E27FC236}">
                <a16:creationId xmlns:a16="http://schemas.microsoft.com/office/drawing/2014/main" id="{108C23A1-755E-4B8B-BA1A-A1606EBC4734}"/>
              </a:ext>
            </a:extLst>
          </p:cNvPr>
          <p:cNvSpPr/>
          <p:nvPr/>
        </p:nvSpPr>
        <p:spPr>
          <a:xfrm>
            <a:off x="0" y="887693"/>
            <a:ext cx="2438400" cy="1066799"/>
          </a:xfrm>
          <a:prstGeom prst="wedgeRectCallout">
            <a:avLst>
              <a:gd name="adj1" fmla="val -24068"/>
              <a:gd name="adj2" fmla="val 12076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5. Click “Add Record” to add new staff to the database against your ID.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To add multiple staff, continue clicking “Add Record”</a:t>
            </a:r>
          </a:p>
        </p:txBody>
      </p:sp>
      <p:sp>
        <p:nvSpPr>
          <p:cNvPr id="13" name="Speech Bubble: Rectangle 9">
            <a:extLst>
              <a:ext uri="{FF2B5EF4-FFF2-40B4-BE49-F238E27FC236}">
                <a16:creationId xmlns:a16="http://schemas.microsoft.com/office/drawing/2014/main" id="{108C23A1-755E-4B8B-BA1A-A1606EBC4734}"/>
              </a:ext>
            </a:extLst>
          </p:cNvPr>
          <p:cNvSpPr/>
          <p:nvPr/>
        </p:nvSpPr>
        <p:spPr>
          <a:xfrm>
            <a:off x="3184684" y="3801045"/>
            <a:ext cx="2438400" cy="497537"/>
          </a:xfrm>
          <a:prstGeom prst="wedgeRectCallout">
            <a:avLst>
              <a:gd name="adj1" fmla="val 21520"/>
              <a:gd name="adj2" fmla="val -11922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6. All fields must be mandatorily populated.</a:t>
            </a:r>
          </a:p>
        </p:txBody>
      </p:sp>
      <p:sp>
        <p:nvSpPr>
          <p:cNvPr id="14" name="Speech Bubble: Rectangle 9">
            <a:extLst>
              <a:ext uri="{FF2B5EF4-FFF2-40B4-BE49-F238E27FC236}">
                <a16:creationId xmlns:a16="http://schemas.microsoft.com/office/drawing/2014/main" id="{108C23A1-755E-4B8B-BA1A-A1606EBC4734}"/>
              </a:ext>
            </a:extLst>
          </p:cNvPr>
          <p:cNvSpPr/>
          <p:nvPr/>
        </p:nvSpPr>
        <p:spPr>
          <a:xfrm>
            <a:off x="9260761" y="3993781"/>
            <a:ext cx="2438400" cy="1066799"/>
          </a:xfrm>
          <a:prstGeom prst="wedgeRectCallout">
            <a:avLst>
              <a:gd name="adj1" fmla="val -69288"/>
              <a:gd name="adj2" fmla="val -9940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7. Click blank space under status and then click the drop-down to select Status as applicable.</a:t>
            </a:r>
            <a:br>
              <a:rPr lang="en-US" sz="1000" dirty="0">
                <a:solidFill>
                  <a:schemeClr val="tx1"/>
                </a:solidFill>
              </a:rPr>
            </a:b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8. Last Updated date must be filled.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6" name="Speech Bubble: Rectangle 9">
            <a:extLst>
              <a:ext uri="{FF2B5EF4-FFF2-40B4-BE49-F238E27FC236}">
                <a16:creationId xmlns:a16="http://schemas.microsoft.com/office/drawing/2014/main" id="{108C23A1-755E-4B8B-BA1A-A1606EBC4734}"/>
              </a:ext>
            </a:extLst>
          </p:cNvPr>
          <p:cNvSpPr/>
          <p:nvPr/>
        </p:nvSpPr>
        <p:spPr>
          <a:xfrm>
            <a:off x="293290" y="4049813"/>
            <a:ext cx="2438400" cy="1066799"/>
          </a:xfrm>
          <a:prstGeom prst="wedgeRectCallout">
            <a:avLst>
              <a:gd name="adj1" fmla="val -9729"/>
              <a:gd name="adj2" fmla="val 5018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If a staff is no longer under your supervision, kindly select status to be “ UNKNOWN”</a:t>
            </a:r>
          </a:p>
        </p:txBody>
      </p:sp>
      <p:sp>
        <p:nvSpPr>
          <p:cNvPr id="17" name="Speech Bubble: Rectangle 9">
            <a:extLst>
              <a:ext uri="{FF2B5EF4-FFF2-40B4-BE49-F238E27FC236}">
                <a16:creationId xmlns:a16="http://schemas.microsoft.com/office/drawing/2014/main" id="{108C23A1-755E-4B8B-BA1A-A1606EBC4734}"/>
              </a:ext>
            </a:extLst>
          </p:cNvPr>
          <p:cNvSpPr/>
          <p:nvPr/>
        </p:nvSpPr>
        <p:spPr>
          <a:xfrm>
            <a:off x="3850669" y="5692588"/>
            <a:ext cx="1393684" cy="642800"/>
          </a:xfrm>
          <a:prstGeom prst="wedgeRectCallout">
            <a:avLst>
              <a:gd name="adj1" fmla="val 49095"/>
              <a:gd name="adj2" fmla="val 78751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8. Click Commit Updates</a:t>
            </a:r>
            <a:br>
              <a:rPr lang="en-US" sz="1000" dirty="0">
                <a:solidFill>
                  <a:schemeClr val="tx1"/>
                </a:solidFill>
              </a:rPr>
            </a:br>
            <a:br>
              <a:rPr lang="en-US" sz="1000" dirty="0">
                <a:solidFill>
                  <a:schemeClr val="tx1"/>
                </a:solidFill>
              </a:rPr>
            </a:b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8" name="Speech Bubble: Rectangle 9">
            <a:extLst>
              <a:ext uri="{FF2B5EF4-FFF2-40B4-BE49-F238E27FC236}">
                <a16:creationId xmlns:a16="http://schemas.microsoft.com/office/drawing/2014/main" id="{108C23A1-755E-4B8B-BA1A-A1606EBC4734}"/>
              </a:ext>
            </a:extLst>
          </p:cNvPr>
          <p:cNvSpPr/>
          <p:nvPr/>
        </p:nvSpPr>
        <p:spPr>
          <a:xfrm>
            <a:off x="7313233" y="5764306"/>
            <a:ext cx="1183121" cy="774606"/>
          </a:xfrm>
          <a:prstGeom prst="wedgeRectCallout">
            <a:avLst>
              <a:gd name="adj1" fmla="val -105729"/>
              <a:gd name="adj2" fmla="val 5533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9. Click Complete Task and Submit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965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3548-4751-4EE5-8370-3FE608B1554D}" type="slidenum">
              <a:rPr lang="en-US">
                <a:solidFill>
                  <a:prstClr val="black">
                    <a:tint val="75000"/>
                  </a:prstClr>
                </a:solidFill>
                <a:latin typeface="Century Gothic"/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  <a:latin typeface="Century Gothic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69668"/>
            <a:ext cx="12192001" cy="6389506"/>
          </a:xfrm>
          <a:prstGeom prst="rect">
            <a:avLst/>
          </a:prstGeom>
        </p:spPr>
      </p:pic>
      <p:sp>
        <p:nvSpPr>
          <p:cNvPr id="8" name="Speech Bubble: Rectangle 9">
            <a:extLst>
              <a:ext uri="{FF2B5EF4-FFF2-40B4-BE49-F238E27FC236}">
                <a16:creationId xmlns:a16="http://schemas.microsoft.com/office/drawing/2014/main" id="{108C23A1-755E-4B8B-BA1A-A1606EBC4734}"/>
              </a:ext>
            </a:extLst>
          </p:cNvPr>
          <p:cNvSpPr/>
          <p:nvPr/>
        </p:nvSpPr>
        <p:spPr>
          <a:xfrm>
            <a:off x="3201681" y="4981407"/>
            <a:ext cx="1658748" cy="557243"/>
          </a:xfrm>
          <a:prstGeom prst="wedgeRectCallout">
            <a:avLst>
              <a:gd name="adj1" fmla="val -145370"/>
              <a:gd name="adj2" fmla="val 95621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Confirmation page for Record Insertion and Updates</a:t>
            </a:r>
          </a:p>
        </p:txBody>
      </p:sp>
    </p:spTree>
    <p:extLst>
      <p:ext uri="{BB962C8B-B14F-4D97-AF65-F5344CB8AC3E}">
        <p14:creationId xmlns:p14="http://schemas.microsoft.com/office/powerpoint/2010/main" val="3372092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3548-4751-4EE5-8370-3FE608B1554D}" type="slidenum">
              <a:rPr lang="en-US">
                <a:solidFill>
                  <a:prstClr val="black">
                    <a:tint val="75000"/>
                  </a:prstClr>
                </a:solidFill>
                <a:latin typeface="Century Gothic"/>
              </a:rPr>
              <a:pPr/>
              <a:t>5</a:t>
            </a:fld>
            <a:endParaRPr lang="en-US">
              <a:solidFill>
                <a:prstClr val="black">
                  <a:tint val="75000"/>
                </a:prstClr>
              </a:solidFill>
              <a:latin typeface="Century Gothic"/>
            </a:endParaRPr>
          </a:p>
        </p:txBody>
      </p: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97A9B2A3-6C22-4579-8E55-9A6D09CE3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011677"/>
            <a:ext cx="8093413" cy="483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356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1182</TotalTime>
  <Words>135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Century Gothic</vt:lpstr>
      <vt:lpstr>Corbel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Oyeyele Olaniyan</dc:creator>
  <cp:lastModifiedBy>Ganiyat Bello</cp:lastModifiedBy>
  <cp:revision>42</cp:revision>
  <dcterms:created xsi:type="dcterms:W3CDTF">2020-03-05T15:14:25Z</dcterms:created>
  <dcterms:modified xsi:type="dcterms:W3CDTF">2025-05-19T11:56:34Z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fc579f5-5c54-4df8-b208-9e310035454f_Enabled">
    <vt:lpwstr>true</vt:lpwstr>
  </property>
  <property fmtid="{D5CDD505-2E9C-101B-9397-08002B2CF9AE}" pid="3" name="MSIP_Label_2fc579f5-5c54-4df8-b208-9e310035454f_SetDate">
    <vt:lpwstr>2025-05-19T10:39:46Z</vt:lpwstr>
  </property>
  <property fmtid="{D5CDD505-2E9C-101B-9397-08002B2CF9AE}" pid="4" name="MSIP_Label_2fc579f5-5c54-4df8-b208-9e310035454f_Method">
    <vt:lpwstr>Privileged</vt:lpwstr>
  </property>
  <property fmtid="{D5CDD505-2E9C-101B-9397-08002B2CF9AE}" pid="5" name="MSIP_Label_2fc579f5-5c54-4df8-b208-9e310035454f_Name">
    <vt:lpwstr>Public</vt:lpwstr>
  </property>
  <property fmtid="{D5CDD505-2E9C-101B-9397-08002B2CF9AE}" pid="6" name="MSIP_Label_2fc579f5-5c54-4df8-b208-9e310035454f_SiteId">
    <vt:lpwstr>1c3b06c3-5c40-4e52-bb79-f3fdf2d9ae66</vt:lpwstr>
  </property>
  <property fmtid="{D5CDD505-2E9C-101B-9397-08002B2CF9AE}" pid="7" name="MSIP_Label_2fc579f5-5c54-4df8-b208-9e310035454f_ActionId">
    <vt:lpwstr>72bb0c1a-97e5-4cfd-b72f-91f44df61df8</vt:lpwstr>
  </property>
  <property fmtid="{D5CDD505-2E9C-101B-9397-08002B2CF9AE}" pid="8" name="MSIP_Label_2fc579f5-5c54-4df8-b208-9e310035454f_ContentBits">
    <vt:lpwstr>1</vt:lpwstr>
  </property>
  <property fmtid="{D5CDD505-2E9C-101B-9397-08002B2CF9AE}" pid="9" name="MSIP_Label_2fc579f5-5c54-4df8-b208-9e310035454f_Tag">
    <vt:lpwstr>10, 0, 1, 1</vt:lpwstr>
  </property>
  <property fmtid="{D5CDD505-2E9C-101B-9397-08002B2CF9AE}" pid="10" name="ClassificationContentMarkingHeaderLocations">
    <vt:lpwstr>Office Theme:8\1_Office Theme:8</vt:lpwstr>
  </property>
  <property fmtid="{D5CDD505-2E9C-101B-9397-08002B2CF9AE}" pid="11" name="ClassificationContentMarkingHeaderText">
    <vt:lpwstr>PUBLIC</vt:lpwstr>
  </property>
</Properties>
</file>